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</p:sldIdLst>
  <p:sldSz cx="12192000" cy="6858000"/>
  <p:notesSz cx="6858000" cy="9144000"/>
  <p:custDataLst>
    <p:tags r:id="rId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3.xml"/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tags" Target="../tags/tag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88900" y="2439670"/>
            <a:ext cx="10944225" cy="165862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499235" y="391795"/>
            <a:ext cx="885063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4000"/>
              <a:t>RDB</a:t>
            </a:r>
            <a:r>
              <a:rPr lang="zh-CN" altLang="en-US" sz="4000"/>
              <a:t>持久化下执行</a:t>
            </a:r>
            <a:r>
              <a:rPr lang="en-US" altLang="zh-CN" sz="4000"/>
              <a:t>save</a:t>
            </a:r>
            <a:r>
              <a:rPr lang="zh-CN" altLang="en-US" sz="4000"/>
              <a:t>命令的图解</a:t>
            </a:r>
            <a:endParaRPr lang="zh-CN" altLang="en-US" sz="4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75895" y="1764665"/>
            <a:ext cx="10949305" cy="201612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1283335" y="329565"/>
            <a:ext cx="9335770" cy="7702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4000">
                <a:sym typeface="+mn-ea"/>
              </a:rPr>
              <a:t>RDB</a:t>
            </a:r>
            <a:r>
              <a:rPr lang="zh-CN" altLang="en-US" sz="4000">
                <a:sym typeface="+mn-ea"/>
              </a:rPr>
              <a:t>持久化下执行</a:t>
            </a:r>
            <a:r>
              <a:rPr lang="en-US" altLang="zh-CN" sz="4000">
                <a:sym typeface="+mn-ea"/>
              </a:rPr>
              <a:t>bgsave</a:t>
            </a:r>
            <a:r>
              <a:rPr lang="zh-CN" altLang="en-US" sz="4000">
                <a:sym typeface="+mn-ea"/>
              </a:rPr>
              <a:t>命令的图解</a:t>
            </a:r>
            <a:endParaRPr lang="zh-CN" altLang="en-US" sz="400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commondata" val="eyJoZGlkIjoiMGRlMjEyNWVmZjNjZDU2ZTQ2N2U1NGY0MWQ2ODFhZTYifQ=="/>
</p:tagLst>
</file>

<file path=ppt/theme/theme1.xml><?xml version="1.0" encoding="utf-8"?>
<a:theme xmlns:a="http://schemas.openxmlformats.org/drawingml/2006/main" name="WPS">
  <a:themeElements>
    <a:clrScheme name="WPS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4874CB"/>
      </a:accent1>
      <a:accent2>
        <a:srgbClr val="E6724B"/>
      </a:accent2>
      <a:accent3>
        <a:srgbClr val="EFBB1F"/>
      </a:accent3>
      <a:accent4>
        <a:srgbClr val="75BD42"/>
      </a:accent4>
      <a:accent5>
        <a:srgbClr val="30C0B4"/>
      </a:accent5>
      <a:accent6>
        <a:srgbClr val="E05269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</Words>
  <Application>WPS 演示</Application>
  <PresentationFormat>宽屏</PresentationFormat>
  <Paragraphs>4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9" baseType="lpstr">
      <vt:lpstr>Arial</vt:lpstr>
      <vt:lpstr>宋体</vt:lpstr>
      <vt:lpstr>Wingdings</vt:lpstr>
      <vt:lpstr>Arial Unicode MS</vt:lpstr>
      <vt:lpstr>Calibri</vt:lpstr>
      <vt:lpstr>微软雅黑</vt:lpstr>
      <vt:lpstr>WPS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哩哩</cp:lastModifiedBy>
  <cp:revision>4</cp:revision>
  <dcterms:created xsi:type="dcterms:W3CDTF">2023-11-29T13:03:19Z</dcterms:created>
  <dcterms:modified xsi:type="dcterms:W3CDTF">2023-11-29T13:06:35Z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A4587B1A81164DA79765C6840DA03339_12</vt:lpwstr>
  </property>
  <property fmtid="{D5CDD505-2E9C-101B-9397-08002B2CF9AE}" pid="3" name="KSOProductBuildVer">
    <vt:lpwstr>2052-12.1.0.15712</vt:lpwstr>
  </property>
</Properties>
</file>